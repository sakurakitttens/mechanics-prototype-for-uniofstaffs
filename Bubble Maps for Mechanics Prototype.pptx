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9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B426-E909-A67E-4BE2-C76B418F0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5D648-8CFE-E3E4-F99E-9A74D6AC0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8D9F1-8A18-88D2-6C3B-3EAC3422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5B4D-47BD-F4CA-1612-8A25DBB4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C5EC-44C5-8C58-7A97-36FCF44E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18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C188-D065-9771-1BD5-F68CD50E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22D20-107D-60FD-0504-BE14C15F1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07D7F-CFE5-8D82-DCDB-A9A38EBF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584E8-2ABA-9CA9-170A-870D4F57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9A2D3-BF4E-3A9F-3A29-2E1DC19A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03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DF3C-8C9E-E66C-F130-F2AC2724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09FF5-CB30-96C4-A72D-B7D02B33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0704A-8F86-6994-8ED3-C266B1C6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F01B8-B74D-B702-E70C-2F51117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CF3B-E2A2-29E2-B728-36FF2D4C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66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BED6-ADBB-C86F-6EA4-F626F965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AFEE-A106-02D1-D707-6820A7FED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DDA18-07C8-5173-B29F-05BB6DB3B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88484-92FD-5ECC-D129-E800ECE7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2FE9C-7E97-126C-44E0-5661B986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998B7-2EEB-6B3F-9BC5-26152359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01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BD4A-7267-3F2D-C9BA-6BEE2A61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BC8A9-8779-DF95-4053-9C00A450E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57B08-5C7A-2242-7089-E54600A2A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64B7C-D2D6-BB34-4E71-3B472C64F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D52CF-6AA4-AF18-C873-57B4103FD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5FEE7-E6F5-1014-EF61-0ACA592B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6A4A2-B9E0-4D66-1295-D83E5418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BC8AE-F403-ED42-F29E-C98F30CA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3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F3FC-B170-D41F-F4BB-CE61218A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13DAA-301E-B6A2-1906-6A1AE7A4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A2B40-D2BE-90C5-F3FD-5B12B69BD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91C9D-ECDA-04CC-73CD-96FD2BD5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08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0944D-F60F-8E23-EBC2-B343D762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F9ACA-7C95-90AD-85B8-EF9EE0FE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C19C7-23C7-E41E-825C-42D33E78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57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F9FB-15B5-87B0-0228-7694F266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1800-3EB7-9D97-F9C8-BF82B70A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2EBF4-D435-5AFF-423E-E17FF890B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81C57-241A-51F3-EC44-65F93F38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521FF-31BC-6A0B-5F5E-D622F7D0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AB43A-DE78-C1DE-7C19-A5E13122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8DDC-FEE5-519A-0D94-4E8618D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17117-1399-75A9-B425-0E4D3E45F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4C75-12A9-2F58-0BCF-11F0931F5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8880C-1567-EB45-1B80-02D739B3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FB09-6C95-7A84-282C-EB2D1D35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AD6DC-FA4F-F392-087A-CB0BFADD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3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873A-8E54-9463-050E-01C50B9C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69BBB-549C-3A0A-B8B3-9A2AA2DAB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78BD1-6E65-1CA9-680A-095CA0CB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5CA4E-B181-A3C8-5782-D1CCA3ED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9EF86-816C-9E55-88AB-30C40619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79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AF3C3-FFA7-9CBC-9409-5D5E2A2D5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A778C-3A27-B3CE-3AAC-1C10F0369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EA70A-2B57-ED58-3487-2FBEDB7C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49688-C091-C5D9-08E1-9A4ACBAC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D2445-816E-DD35-FD69-EF479022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23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1DCF7-7072-AC81-7B4F-81C1C1B2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F81F5-318C-3230-9365-5D4DF5E0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DA1C-8E42-DDFC-0C65-CB2F5A46C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FCF25-9743-46E7-BB53-A47F8229C66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383FD-E7D0-B58B-DB7F-96B30B453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4CB8-039C-F37F-4D59-04CAE5650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87EAC-B587-4BCF-9E8D-632BF5C13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15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D220E3F-AFA2-459B-974A-5209DBC0DA6B}"/>
              </a:ext>
            </a:extLst>
          </p:cNvPr>
          <p:cNvSpPr/>
          <p:nvPr/>
        </p:nvSpPr>
        <p:spPr>
          <a:xfrm>
            <a:off x="424478" y="1904999"/>
            <a:ext cx="1653703" cy="1524001"/>
          </a:xfrm>
          <a:prstGeom prst="ellipse">
            <a:avLst/>
          </a:prstGeom>
          <a:ln w="762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E2167E-D00B-65E9-E9E7-A1FFF9C7CF08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078181" y="2676504"/>
            <a:ext cx="1125437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A3EE3F-1E8E-2E72-5036-274B42EA7D5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316894" y="2655980"/>
            <a:ext cx="1277738" cy="2052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85580F-A3DF-7BFF-FBF6-81D3674FE540}"/>
              </a:ext>
            </a:extLst>
          </p:cNvPr>
          <p:cNvSpPr/>
          <p:nvPr/>
        </p:nvSpPr>
        <p:spPr>
          <a:xfrm>
            <a:off x="3203618" y="2168268"/>
            <a:ext cx="1113276" cy="1016472"/>
          </a:xfrm>
          <a:prstGeom prst="ellipse">
            <a:avLst/>
          </a:prstGeom>
          <a:ln w="762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703CA8-9C85-8F61-5C3D-BF1BEED0970A}"/>
              </a:ext>
            </a:extLst>
          </p:cNvPr>
          <p:cNvSpPr/>
          <p:nvPr/>
        </p:nvSpPr>
        <p:spPr>
          <a:xfrm>
            <a:off x="5594632" y="1901027"/>
            <a:ext cx="1653703" cy="1509906"/>
          </a:xfrm>
          <a:prstGeom prst="ellipse">
            <a:avLst/>
          </a:prstGeom>
          <a:ln w="762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AB9335-108B-5D6B-A136-5853278D6A9F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248335" y="2604307"/>
            <a:ext cx="1096934" cy="5167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DD1ADF3-A8D7-3FA3-8FA1-A122F2EC8BB8}"/>
              </a:ext>
            </a:extLst>
          </p:cNvPr>
          <p:cNvSpPr/>
          <p:nvPr/>
        </p:nvSpPr>
        <p:spPr>
          <a:xfrm>
            <a:off x="8345269" y="2142243"/>
            <a:ext cx="1012137" cy="924128"/>
          </a:xfrm>
          <a:prstGeom prst="ellipse">
            <a:avLst/>
          </a:prstGeom>
          <a:ln w="762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FD379-34E8-2627-78B9-43D5E88F6E9A}"/>
              </a:ext>
            </a:extLst>
          </p:cNvPr>
          <p:cNvSpPr txBox="1"/>
          <p:nvPr/>
        </p:nvSpPr>
        <p:spPr>
          <a:xfrm>
            <a:off x="0" y="346364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ln w="2857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dist="38100" dir="2700000" algn="tl" rotWithShape="0">
                    <a:schemeClr val="bg1"/>
                  </a:outerShdw>
                </a:effectLst>
              </a:rPr>
              <a:t>Bubble Map (Linear)</a:t>
            </a:r>
          </a:p>
        </p:txBody>
      </p:sp>
    </p:spTree>
    <p:extLst>
      <p:ext uri="{BB962C8B-B14F-4D97-AF65-F5344CB8AC3E}">
        <p14:creationId xmlns:p14="http://schemas.microsoft.com/office/powerpoint/2010/main" val="340831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airytale Dreams">
      <a:dk1>
        <a:srgbClr val="1E1E1E"/>
      </a:dk1>
      <a:lt1>
        <a:sysClr val="window" lastClr="FFFFFF"/>
      </a:lt1>
      <a:dk2>
        <a:srgbClr val="3D2930"/>
      </a:dk2>
      <a:lt2>
        <a:srgbClr val="FDFBFE"/>
      </a:lt2>
      <a:accent1>
        <a:srgbClr val="FC88A4"/>
      </a:accent1>
      <a:accent2>
        <a:srgbClr val="FCAE1E"/>
      </a:accent2>
      <a:accent3>
        <a:srgbClr val="FFFACD"/>
      </a:accent3>
      <a:accent4>
        <a:srgbClr val="82EEFD"/>
      </a:accent4>
      <a:accent5>
        <a:srgbClr val="7FD4FF"/>
      </a:accent5>
      <a:accent6>
        <a:srgbClr val="B98BEC"/>
      </a:accent6>
      <a:hlink>
        <a:srgbClr val="C5F3FF"/>
      </a:hlink>
      <a:folHlink>
        <a:srgbClr val="FF93CE"/>
      </a:folHlink>
    </a:clrScheme>
    <a:fontScheme name="Fairytale Dreams">
      <a:majorFont>
        <a:latin typeface="FOT-MatisseEleganto Pro UB"/>
        <a:ea typeface=""/>
        <a:cs typeface=""/>
      </a:majorFont>
      <a:minorFont>
        <a:latin typeface="FOT-BabyPop Std EB"/>
        <a:ea typeface=""/>
        <a:cs typeface="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bc7e28-12d4-4985-838f-f0a5564f8c1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505EABE8F6D4EBBDE36CB9E197DAA" ma:contentTypeVersion="11" ma:contentTypeDescription="Create a new document." ma:contentTypeScope="" ma:versionID="48afd438ab0891f88cdf40f04770ac5f">
  <xsd:schema xmlns:xsd="http://www.w3.org/2001/XMLSchema" xmlns:xs="http://www.w3.org/2001/XMLSchema" xmlns:p="http://schemas.microsoft.com/office/2006/metadata/properties" xmlns:ns3="dbbc7e28-12d4-4985-838f-f0a5564f8c10" targetNamespace="http://schemas.microsoft.com/office/2006/metadata/properties" ma:root="true" ma:fieldsID="4d2038b8ead495a2a400931323ef9da2" ns3:_="">
    <xsd:import namespace="dbbc7e28-12d4-4985-838f-f0a5564f8c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c7e28-12d4-4985-838f-f0a5564f8c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3E9747-D6B9-4563-AC06-B5DB2C081B15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dbbc7e28-12d4-4985-838f-f0a5564f8c10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CA236BB-FBD7-4E23-9891-B08CD0535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7B68DB-31B2-411A-956B-830F38167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c7e28-12d4-4985-838f-f0a5564f8c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FOT-BabyPop Std EB</vt:lpstr>
      <vt:lpstr>FOT-MatisseEleganto Pro UB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Kehinde Akinyemi</dc:creator>
  <cp:lastModifiedBy>Kehinde Akinyemi</cp:lastModifiedBy>
  <cp:revision>1</cp:revision>
  <dcterms:created xsi:type="dcterms:W3CDTF">2026-01-20T14:14:07Z</dcterms:created>
  <dcterms:modified xsi:type="dcterms:W3CDTF">2026-01-20T16:37:15Z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0x0101006FD505EABE8F6D4EBBDE36CB9E197DAA</vt:lpwstr>
  </property>
</Properties>
</file>